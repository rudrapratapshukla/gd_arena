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>
              <a:gd name="adj" fmla="val 4000"/>
            </a:avLst>
          </a:prstGeom>
          <a:solidFill>
            <a:srgbClr val="101726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3291840" cy="384048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PROBLEM STATEMENT #2 • AI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GD ARENA AI</a:t>
            </a:r>
          </a:p>
          <a:p>
            <a:pPr>
              <a:defRPr sz="1800">
                <a:solidFill>
                  <a:srgbClr val="06B6D4"/>
                </a:solidFill>
                <a:latin typeface="Segoe UI"/>
              </a:defRPr>
            </a:pPr>
            <a:r>
              <a:t>Multi-Persona AI Group Discussion Practice &amp; Fair Opportunity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An intelligent, real-time group discussion simulation platform that pits students against diverse AI personas with speech collision handling, smart participation balancing, and timestamp-verified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9418320" cy="1097280"/>
          </a:xfrm>
          <a:prstGeom prst="roundRect">
            <a:avLst>
              <a:gd name="adj" fmla="val 4000"/>
            </a:avLst>
          </a:prstGeom>
          <a:solidFill>
            <a:srgbClr val="1822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38912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PROJECT TEAM MEMBERS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• Nakul Gupta   |   • Rudra Pratap Shukla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AI-Driven Communication &amp; Real-Time Performance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GD ARENA AI // HACKATHON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Real Challenge in Group Discussions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28416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PROBLEM 01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Unprepared For Reality</a:t>
            </a:r>
          </a:p>
          <a:p>
            <a:pPr>
              <a:defRPr sz="1200">
                <a:solidFill>
                  <a:srgbClr val="06B6D4"/>
                </a:solidFill>
                <a:latin typeface="Segoe UI"/>
              </a:defRPr>
            </a:pPr>
            <a:r>
              <a:t>Single-Speaker Mirage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Students practice alone or before a mirror, where there is no interruption or cross-questioning.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Real placements throw 6-8 candidates into a chaotic, time-constrained group.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Students freeze when interrupted or fail to find an opening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554480"/>
            <a:ext cx="3328416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PROBLEM 02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Imbalanced Dynamics</a:t>
            </a:r>
          </a:p>
          <a:p>
            <a:pPr>
              <a:defRPr sz="1200">
                <a:solidFill>
                  <a:srgbClr val="F59E0B"/>
                </a:solidFill>
                <a:latin typeface="Segoe UI"/>
              </a:defRPr>
            </a:pPr>
            <a:r>
              <a:t>Loudest Voices Monopolize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1 or 2 aggressive speakers typically claim 65%+ of the discussion time.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Quieter candidates with insightful perspectives get completely sidelined.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College peer groups lack trained moderators to balance opportunities fairly.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5552" y="1554480"/>
            <a:ext cx="3328416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2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PROBLEM 03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Subjective Feedback</a:t>
            </a:r>
          </a:p>
          <a:p>
            <a:pPr>
              <a:defRPr sz="1200">
                <a:solidFill>
                  <a:srgbClr val="8B5CF6"/>
                </a:solidFill>
                <a:latin typeface="Segoe UI"/>
              </a:defRPr>
            </a:pPr>
            <a:r>
              <a:t>Vague &amp; Unactionable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Feedback is usually generic: 'speak more confidently' or 'improve grammar'.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No metric on speaking pace (WPM), talk time balance, or filler-word density.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No objective audit of argument logic versus factual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GD ARENA AI // HACKATHON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Solution: Realistic Multi-Persona GD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REALISTIC ARENA DYNAMICS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Simulating Real GD Personas</a:t>
            </a:r>
          </a:p>
          <a:p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●  AI Moderator (Rahul / Priya)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Guides stages, enforces decorum, intervenes neutrally when participants collide or talk time becomes unfair.</a:t>
            </a:r>
          </a:p>
          <a:p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●  Supportive Peer (Ananya)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Reinforces productive arguments, introduces statistics, builds upon student ideas with nuanced agreement.</a:t>
            </a:r>
          </a:p>
          <a:p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●  Skeptical Challenger (Vikram)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Interrogates unproven claims, counters weak logic, and tests the student's composure under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ENGINEERED FOR NATURAL PRACTICE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Full Audio &amp; Structured Flow</a:t>
            </a:r>
          </a:p>
          <a:p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✔  Speech-to-Speech Flow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Web Speech API speech recognition (STT) + real-time neural synthesis (TTS) for natural conversational turn-taking.</a:t>
            </a:r>
          </a:p>
          <a:p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✔  Bilingual Intelligence (English &amp; Hinglish)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Native Indian GD context: supports code-switching, colloquial transitions, and Indian student vocabulary.</a:t>
            </a:r>
          </a:p>
          <a:p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✔  Structured GD Progression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Phased lifecycle: Opening Stances -&gt; Cross-Examination &amp; Active Debate -&gt; Synthesis &amp; Final Summary.</a:t>
            </a:r>
          </a:p>
          <a:p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✔  One-Click Rebuttal Interventions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Students can push-to-speak or interrupt when ready, teaching real-world conversation entry timing.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EXCLUSIVE ALGORITHMIC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Key Innovation: Smart Participation 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01. Fair Opportunity Index (FOI)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 equity calculation tracking turn share and word count distribution across all participants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02. Dominance Detection &amp; Warnings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Automated flags trigger if any speaker crosses &gt;40% of discussion time, displaying visual warning badges to prevent monopolization.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03. Diplomatic AI Moderator Interventions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AI Moderator detects quiet participants and politely creates entry openings: 'Rudra, what is your perspective on this?'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9456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Segoe UI"/>
              </a:defRPr>
            </a:pPr>
            <a:r>
              <a:t>04. Dynamic Entry Prompts for Quiet Speakers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Displays interactive suggested prompts on student screen ('Building on that point...', 'A differing viewpoint is...') with 1-click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GD ARENA AI // HACKATHON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Ground-Truth Evaluation: Zero-Hallucination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HARD DATA VS AI OPINION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Deterministic Python Metrics</a:t>
            </a:r>
          </a:p>
          <a:p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📊  Talk Time Distribution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Exact milliseconds tracked per speaker; calculates true conversational share % without estimation.</a:t>
            </a:r>
          </a:p>
          <a:p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📊  Speaking Rate (WPM)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Computed directly from transcript word tokens / speaking duration. Pinpoints rushed vs sluggish delivery.</a:t>
            </a:r>
          </a:p>
          <a:p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📊  Filler-Word Audit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Regex detection of crutch words ('basically', 'like', 'um', 'actually') with exact sentence context snippets.</a:t>
            </a:r>
          </a:p>
          <a:p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📊  Interruption &amp; Entry Timing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Records latency between turns to identify conversational hesitation or aggressive cutting-in.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ACTIONABLE COACHING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Qualitative AI Assessment</a:t>
            </a:r>
          </a:p>
          <a:p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🎯  Transcript Quote Verification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Every piece of criticism cites an exact verified excerpt from the student's speech. Zero hallucinated claims.</a:t>
            </a:r>
          </a:p>
          <a:p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🎯  Core Competency Breakdown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Structured 1-10 scoring on Argument Logic, Counter-Question Handling, Listening, and Structure.</a:t>
            </a:r>
          </a:p>
          <a:p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🎯  Comparative Peer Benchmarking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Student scores placed alongside AI peer ratings so candidates see how they performed vs the group.</a:t>
            </a:r>
          </a:p>
          <a:p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🎯  3-Step Next GD Playbook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Concrete, high-yield actionable exercises to implement immediately in their next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GD ARENA AI // HACKATHON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System Architecture &amp; Engineering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28416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FRONTEND CLIENT</a:t>
            </a:r>
          </a:p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React 19 + Vite + Tailwind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Zero-dependency audio pipeline using native Web Speech STT and TTS synthesis.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Sub-100ms UI reactive state machine for live turn indicators &amp; live timers.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Real-time participation balancer tracking Fair Opportunity Index &amp; dominance flags.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Responsive dark cyber-arena layout optimized for desktop and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554480"/>
            <a:ext cx="3328416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BACKEND API</a:t>
            </a:r>
          </a:p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FastAPI + Python 3.12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Stateless REST architecture (/turn, /report, /health) with async non-blocking execution.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Speaker selection engine (turn.py) balances turns based on silence &amp; dominance.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Zero audio bandwidth on server — all speech synthesized client-side.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Fast, cost-efficient deployment on Vercel Serverless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5552" y="1554480"/>
            <a:ext cx="3328416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2" y="182880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AI REASONING CORE</a:t>
            </a:r>
          </a:p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Google Gemini 2.5 Flash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State-of-the-art context window and low time-to-first-token (&lt;800ms).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Few-shot prompt engineering per persona (Moderator, Supportive, Challenger).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Strict quote validation enforcement preventing hallucinated critiques.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 Bilingual code-switching capability for natural English &amp; Hinglish.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ROUND 1 SNAPSHOT &amp; FUTURE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Roadmap, Next 16 Hours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MILESTONES &amp; EXECUTION PLAN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Delivered vs Next 16 Hours</a:t>
            </a:r>
          </a:p>
          <a:p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●  Delivered (Round 1 Snapshot)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Full 3-AI Persona discussion engine with speech collision handling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Bilingual English &amp; Hinglish audio turn-taking with Web Speech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Smart Participation Balancer &amp; Fair Opportunity Index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Ground-truth metrics (WPM, Talk Time %, Filler audit, Quote validation)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Production deployment on Vercel</a:t>
            </a:r>
          </a:p>
          <a:p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●  Next 16 Hours (Round 2 Roadmap)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Multi-Human Room Mode: Real students + AI bots in shared rooms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Voice Pitch &amp; Acoustic Confidence analysis via Web Audio API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• Exportable PDF Report Cards for campus training placement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663440"/>
          </a:xfrm>
          <a:prstGeom prst="roundRect">
            <a:avLst>
              <a:gd name="adj" fmla="val 4000"/>
            </a:avLst>
          </a:prstGeom>
          <a:solidFill>
            <a:srgbClr val="161E31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THE LARGER MISSION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Democratizing GD Preparation</a:t>
            </a:r>
          </a:p>
          <a:p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 India, over 1.5 million engineering and MBA graduates face high-stakes corporate group discussions annually, yet quality coaching is expensive, inaccessible, and anxiety-inducing.</a:t>
            </a:r>
            <a:br/>
            <a:br/>
            <a:r>
              <a:t>GD Arena AI levels the playing field: giving every student an on-demand, intelligent practice room that coaches not just for aggression, but for structured reasoning, active listening, and balanced collaboration.</a:t>
            </a:r>
          </a:p>
          <a:p/>
          <a:p>
            <a:pPr>
              <a:defRPr sz="2200" b="1">
                <a:solidFill>
                  <a:srgbClr val="06B6D4"/>
                </a:solidFill>
                <a:latin typeface="Segoe UI"/>
              </a:defRPr>
            </a:pPr>
            <a:r>
              <a:t>THANK YOU!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Presented by Nakul Gupta &amp; Rudra Pratap Shukla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Repository: github.com/RudraPratapShukla/GD_Arena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